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42" r:id="rId2"/>
    <p:sldId id="259" r:id="rId3"/>
    <p:sldId id="343" r:id="rId4"/>
    <p:sldId id="344" r:id="rId5"/>
    <p:sldId id="360" r:id="rId6"/>
    <p:sldId id="361" r:id="rId7"/>
    <p:sldId id="362" r:id="rId8"/>
    <p:sldId id="345" r:id="rId9"/>
    <p:sldId id="363" r:id="rId10"/>
    <p:sldId id="352" r:id="rId11"/>
    <p:sldId id="364" r:id="rId12"/>
    <p:sldId id="353" r:id="rId13"/>
    <p:sldId id="346" r:id="rId14"/>
    <p:sldId id="365" r:id="rId15"/>
    <p:sldId id="354" r:id="rId16"/>
    <p:sldId id="355" r:id="rId17"/>
    <p:sldId id="366" r:id="rId18"/>
    <p:sldId id="356" r:id="rId19"/>
    <p:sldId id="357" r:id="rId20"/>
    <p:sldId id="367" r:id="rId21"/>
    <p:sldId id="35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69" d="100"/>
          <a:sy n="69" d="100"/>
        </p:scale>
        <p:origin x="73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47C9E-4665-4E33-98F6-83BEDCEB0F74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B599D-1D5B-4EC3-A8A1-C8A1F6EF0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45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42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2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96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56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5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59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01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20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0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77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60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5623E-A03C-43D5-AF92-9CD87997A196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3DE9A-DE9E-4F9F-8A08-837CC26C1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4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dirty="0"/>
          </a:p>
        </p:txBody>
      </p:sp>
      <p:sp>
        <p:nvSpPr>
          <p:cNvPr id="15363" name="TextBox 5"/>
          <p:cNvSpPr txBox="1">
            <a:spLocks noChangeArrowheads="1"/>
          </p:cNvSpPr>
          <p:nvPr/>
        </p:nvSpPr>
        <p:spPr bwMode="auto">
          <a:xfrm>
            <a:off x="4788524" y="6303964"/>
            <a:ext cx="261495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IN">
                <a:solidFill>
                  <a:schemeClr val="bg1"/>
                </a:solidFill>
              </a:rPr>
              <a:t>www.cambridge.edu.in</a:t>
            </a:r>
          </a:p>
        </p:txBody>
      </p:sp>
      <p:pic>
        <p:nvPicPr>
          <p:cNvPr id="10" name="Picture Placeholder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" t="-110" r="36201" b="2740"/>
          <a:stretch/>
        </p:blipFill>
        <p:spPr>
          <a:xfrm>
            <a:off x="6324601" y="848261"/>
            <a:ext cx="5867400" cy="6009740"/>
          </a:xfrm>
          <a:custGeom>
            <a:avLst/>
            <a:gdLst>
              <a:gd name="connsiteX0" fmla="*/ 5919758 w 5919758"/>
              <a:gd name="connsiteY0" fmla="*/ 0 h 5825419"/>
              <a:gd name="connsiteX1" fmla="*/ 5919758 w 5919758"/>
              <a:gd name="connsiteY1" fmla="*/ 5825419 h 5825419"/>
              <a:gd name="connsiteX2" fmla="*/ 1120273 w 5919758"/>
              <a:gd name="connsiteY2" fmla="*/ 5825419 h 5825419"/>
              <a:gd name="connsiteX3" fmla="*/ 0 w 5919758"/>
              <a:gd name="connsiteY3" fmla="*/ 1588036 h 582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19758" h="5825419">
                <a:moveTo>
                  <a:pt x="5919758" y="0"/>
                </a:moveTo>
                <a:lnTo>
                  <a:pt x="5919758" y="5825419"/>
                </a:lnTo>
                <a:lnTo>
                  <a:pt x="1120273" y="5825419"/>
                </a:lnTo>
                <a:lnTo>
                  <a:pt x="0" y="1588036"/>
                </a:lnTo>
                <a:close/>
              </a:path>
            </a:pathLst>
          </a:custGeom>
        </p:spPr>
      </p:pic>
      <p:sp>
        <p:nvSpPr>
          <p:cNvPr id="11" name="Title 6"/>
          <p:cNvSpPr>
            <a:spLocks noGrp="1"/>
          </p:cNvSpPr>
          <p:nvPr>
            <p:ph type="ctrTitle"/>
          </p:nvPr>
        </p:nvSpPr>
        <p:spPr>
          <a:xfrm>
            <a:off x="1206658" y="5248275"/>
            <a:ext cx="5117179" cy="762000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sz="2400" i="1" dirty="0">
                <a:solidFill>
                  <a:schemeClr val="bg1"/>
                </a:solidFill>
              </a:rPr>
              <a:t>Department of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Computer Science &amp; Engineering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98744" y="5056188"/>
            <a:ext cx="901817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1536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68" y="211138"/>
            <a:ext cx="2465709" cy="158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8"/>
          <p:cNvSpPr txBox="1">
            <a:spLocks/>
          </p:cNvSpPr>
          <p:nvPr/>
        </p:nvSpPr>
        <p:spPr>
          <a:xfrm>
            <a:off x="1" y="2601914"/>
            <a:ext cx="6747753" cy="227012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400" b="1" dirty="0">
                <a:solidFill>
                  <a:srgbClr val="00A1DA"/>
                </a:solidFill>
                <a:latin typeface="+mn-lt"/>
              </a:rPr>
              <a:t>Project Presentation</a:t>
            </a:r>
          </a:p>
          <a:p>
            <a:pPr>
              <a:defRPr/>
            </a:pPr>
            <a:r>
              <a:rPr lang="en-US" sz="1600" b="1" dirty="0">
                <a:solidFill>
                  <a:srgbClr val="00A1DA"/>
                </a:solidFill>
                <a:latin typeface="+mn-lt"/>
              </a:rPr>
              <a:t>On</a:t>
            </a:r>
          </a:p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n-lt"/>
              </a:rPr>
              <a:t>“</a:t>
            </a:r>
            <a:r>
              <a:rPr lang="en-US" sz="2800" b="1" dirty="0">
                <a:solidFill>
                  <a:srgbClr val="FF0000"/>
                </a:solidFill>
                <a:latin typeface="+mn-lt"/>
              </a:rPr>
              <a:t>title</a:t>
            </a:r>
            <a:r>
              <a:rPr lang="en-US" sz="2400" b="1" dirty="0">
                <a:solidFill>
                  <a:srgbClr val="FF0000"/>
                </a:solidFill>
                <a:latin typeface="+mn-lt"/>
              </a:rPr>
              <a:t>”</a:t>
            </a:r>
          </a:p>
          <a:p>
            <a:pPr>
              <a:defRPr/>
            </a:pPr>
            <a:r>
              <a:rPr lang="en-US" sz="1600" b="1" dirty="0">
                <a:solidFill>
                  <a:srgbClr val="00A1DA"/>
                </a:solidFill>
                <a:latin typeface="+mn-lt"/>
              </a:rPr>
              <a:t>By</a:t>
            </a:r>
          </a:p>
          <a:p>
            <a:pPr>
              <a:defRPr/>
            </a:pPr>
            <a:r>
              <a:rPr lang="en-US" sz="24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+mn-lt"/>
              </a:rPr>
              <a:t>Student Name1 (1CD18CS001)</a:t>
            </a:r>
          </a:p>
          <a:p>
            <a:pPr>
              <a:defRPr/>
            </a:pPr>
            <a:r>
              <a:rPr lang="en-US" sz="24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+mn-lt"/>
              </a:rPr>
              <a:t>Student Name2 (1CD18CS002)</a:t>
            </a:r>
          </a:p>
          <a:p>
            <a:pPr>
              <a:defRPr/>
            </a:pPr>
            <a:endParaRPr lang="en-US" sz="2400" b="1" i="1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</a:endParaRPr>
          </a:p>
          <a:p>
            <a:pPr>
              <a:defRPr/>
            </a:pPr>
            <a:r>
              <a:rPr lang="en-US" sz="1600" b="1" dirty="0">
                <a:solidFill>
                  <a:srgbClr val="00A1DA"/>
                </a:solidFill>
                <a:latin typeface="+mn-lt"/>
              </a:rPr>
              <a:t>Under the Guidance of </a:t>
            </a:r>
          </a:p>
          <a:p>
            <a:pPr>
              <a:defRPr/>
            </a:pPr>
            <a:r>
              <a:rPr lang="en-US" sz="24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+mn-lt"/>
              </a:rPr>
              <a:t>Prof. XYZ</a:t>
            </a:r>
          </a:p>
        </p:txBody>
      </p:sp>
    </p:spTree>
    <p:extLst>
      <p:ext uri="{BB962C8B-B14F-4D97-AF65-F5344CB8AC3E}">
        <p14:creationId xmlns:p14="http://schemas.microsoft.com/office/powerpoint/2010/main" val="3888714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Proposed Method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Hardware/Software Requirements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Architecture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Algorithms/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Methdology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Implementation Modules Identified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Works completed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Works to be completed.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56349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296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746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Introduction(</a:t>
            </a: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016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534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Objectives (</a:t>
            </a: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798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708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Literature Review (</a:t>
            </a: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58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Proposed method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145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Proposed method (</a:t>
            </a: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392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Hardware/Software requirements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957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Architecture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40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Architecture (</a:t>
            </a: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60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Algorithms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028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Implementation : Modules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091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Implementation- Modules(</a:t>
            </a: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593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Works Completed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683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Works to be completed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970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215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831274"/>
            <a:ext cx="7067271" cy="1044524"/>
          </a:xfrm>
        </p:spPr>
        <p:txBody>
          <a:bodyPr>
            <a:normAutofit/>
          </a:bodyPr>
          <a:lstStyle/>
          <a:p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737360"/>
            <a:ext cx="10500360" cy="44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97467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1029</TotalTime>
  <Words>116</Words>
  <Application>Microsoft Office PowerPoint</Application>
  <PresentationFormat>Widescreen</PresentationFormat>
  <Paragraphs>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Department of Computer Science &amp; Engineering</vt:lpstr>
      <vt:lpstr>Contents</vt:lpstr>
      <vt:lpstr>Introduction</vt:lpstr>
      <vt:lpstr>Introduction</vt:lpstr>
      <vt:lpstr>Introduction(Cont…)</vt:lpstr>
      <vt:lpstr>Objectives</vt:lpstr>
      <vt:lpstr>Objectives (Cont…)</vt:lpstr>
      <vt:lpstr>Literature Review</vt:lpstr>
      <vt:lpstr>Literature Review (Cont…)</vt:lpstr>
      <vt:lpstr>Proposed method</vt:lpstr>
      <vt:lpstr>Proposed method (Cont…)</vt:lpstr>
      <vt:lpstr>Hardware/Software requirements</vt:lpstr>
      <vt:lpstr>Architecture</vt:lpstr>
      <vt:lpstr>Architecture (Cont…)</vt:lpstr>
      <vt:lpstr>Algorithms</vt:lpstr>
      <vt:lpstr>Implementation : Modules</vt:lpstr>
      <vt:lpstr>Implementation- Modules(Cont…)</vt:lpstr>
      <vt:lpstr>Works Completed</vt:lpstr>
      <vt:lpstr>Works to be completed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Prof. Sandeep</dc:creator>
  <cp:lastModifiedBy>Sandeep  Kumar</cp:lastModifiedBy>
  <cp:revision>92</cp:revision>
  <dcterms:created xsi:type="dcterms:W3CDTF">2020-08-31T05:52:39Z</dcterms:created>
  <dcterms:modified xsi:type="dcterms:W3CDTF">2021-12-03T11:09:59Z</dcterms:modified>
</cp:coreProperties>
</file>